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Autonomous Vehicle Competitive Map — 2030 Outlook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Waymo • Nvidia • Tesla • Uber • Mobileye • Baidu • Wayve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Frame — What Determines Leadership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Deployment scale and reliability</a:t>
            </a:r>
          </a:p>
          <a:p>
            <a:pPr/>
            <a:r>
              <a:t>Training data strategy and model maturity</a:t>
            </a:r>
          </a:p>
          <a:p>
            <a:pPr/>
            <a:r>
              <a:t>Safety validation and regulatory acceptance</a:t>
            </a:r>
          </a:p>
          <a:p>
            <a:pPr/>
            <a:r>
              <a:t>Platform leverage vs operator economics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Tier 1 — Operational Leaders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Waymo — benchmark commercial robotaxi operations</a:t>
            </a:r>
          </a:p>
          <a:p>
            <a:pPr/>
            <a:r>
              <a:t>Uber + Nvidia partners — large demand channel + platform stack</a:t>
            </a:r>
          </a:p>
          <a:p>
            <a:pPr/>
            <a:r>
              <a:t>Tesla — data‑driven vertical integration, uncertain trajectory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Positioning Map — Operator vs Platform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74320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Waymo (Operator Leader)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371600"/>
            <a:ext cx="274320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Uber + Partners (Aggregator)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274320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Tesla (Vertical Bets)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2743200"/>
            <a:ext cx="274320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Nvidia (Platform Backbone)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Tier 2 — Technology Platform Leaders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Nvidia — AI compute, simulation, autonomy tooling</a:t>
            </a:r>
          </a:p>
          <a:p>
            <a:pPr/>
            <a:r>
              <a:t>Mobileye — ADAS footprint, OEM penetration</a:t>
            </a:r>
          </a:p>
          <a:p>
            <a:pPr/>
            <a:r>
              <a:t>Baidu Apollo — regional dominance (China)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Comparison — Data &amp; Training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609600">
                <a:tc>
                  <a:txBody>
                    <a:bodyPr/>
                    <a:lstStyle/>
                    <a:p>
                      <a:r>
                        <a:t>Player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Core Data 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Differentiation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Waymo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Mapped + sensor‑rich real‑world 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Safety &amp; deployment maturity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Nvidia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Curated + synthetic + simulation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Ecosystem platform leverage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Tesla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Fleet video + real‑world generalization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Scale + vertical integration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Uber (partners)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Partner stacks + route feedback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Demand aggregation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Mobileye / Baidu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OEM + regional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Distribution &amp; localization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Projected Outcomes — 2026–2030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Waymo — most likely deployment leader</a:t>
            </a:r>
          </a:p>
          <a:p>
            <a:pPr/>
            <a:r>
              <a:t>Uber + Nvidia — rapid scale via partnerships</a:t>
            </a:r>
          </a:p>
          <a:p>
            <a:pPr/>
            <a:r>
              <a:t>Tesla — competitive but path remains volatile</a:t>
            </a:r>
          </a:p>
          <a:p>
            <a:pPr/>
            <a:r>
              <a:t>Nvidia — potential long‑term platform winner across fleets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Bottom 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No single winner — multi‑player equilibrium</a:t>
            </a:r>
          </a:p>
          <a:p>
            <a:pPr/>
            <a:r>
              <a:t>Operators, platforms, and regions each produce category leaders</a:t>
            </a:r>
          </a:p>
          <a:p>
            <a:pPr/>
            <a:r>
              <a:t>Platform leverage may create outsized economic value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